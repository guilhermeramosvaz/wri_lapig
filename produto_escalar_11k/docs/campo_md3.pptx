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 md3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concordância dos 3 melhores matches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Embrapa × MapBiomas  —  Seleção Top-3 Pivotada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0" y="521208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89720" y="5212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918972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966960" y="5212080"/>
            <a:ext cx="566928" cy="56692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melhores matches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como chegamos ao md3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ponto MapBiomas (id_alvo)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Calculamos o produto escalar entre seu embedding e o embedding de cada uma das 701 amostras de campo da Embrapa.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Selecionamos os 3 maiores valores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produtos escalares indicam as 3 amostras Embrapa mais similares àquele ponto (top-3).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114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Extraímos dois campos derivados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5262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das classes (Tipologia_) dessas 3 amostras, calculamos class_embrapa e md3.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1417320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E4F0DE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derivados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956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class_embrapa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25420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(Tipologia_) da amostra com maior produto escalar — o top-1.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09560" y="3429000"/>
            <a:ext cx="3429000" cy="0"/>
          </a:xfrm>
          <a:prstGeom prst="line">
            <a:avLst/>
          </a:prstGeom>
          <a:noFill/>
          <a:ln w="9525">
            <a:solidFill>
              <a:srgbClr val="C7DB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09560" y="39593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concordância entre as classes dos 3 melhores matches.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do md3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md3 mede quantas das 3 amostras mais similares atribuem a mesma classe do top-1.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E4F0D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0020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md3 = 1 + [ Tipologia_2 = Tipologia_1 ] + [ Tipologia_3 = Tipologia_1 ]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07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condição ]  =  função indicadora — vale 1 se a condição é verdadeira, 0 caso contrário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10332720" cy="2331720"/>
          </a:xfrm>
          <a:prstGeom prst="roundRect">
            <a:avLst>
              <a:gd name="adj" fmla="val 3922"/>
            </a:avLst>
          </a:prstGeom>
          <a:solidFill>
            <a:srgbClr val="1E1E1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584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(DuckDB)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3931920"/>
            <a:ext cx="978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CASE WHEN tipologia_2 = tipologia_1 THEN 1 ELSE 0 END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CASE WHEN tipologia_3 = tipologia_1 THEN 1 ELSE 0 END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md3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 dos valores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E4F0DE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7830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md3 =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confiança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Tipologia_1 = Tipologia_2 = Tipologia_3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3 melhores matches concordam na mesma classe.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BF0DC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4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md3 =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moderada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A6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um entre Tipologia_2 e Tipologia_3 é igual a Tipologia_1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4480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3 matches concordam.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BE7E0"/>
          </a:solidFill>
          <a:ln/>
        </p:spPr>
      </p:sp>
      <p:sp>
        <p:nvSpPr>
          <p:cNvPr id="18" name="Shape 16"/>
          <p:cNvSpPr/>
          <p:nvPr/>
        </p:nvSpPr>
        <p:spPr>
          <a:xfrm>
            <a:off x="9509760" y="1783080"/>
            <a:ext cx="731520" cy="73152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md3 =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confiança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7A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Tipologia_2 nem Tipologia_3 são iguais a Tipologia_1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480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match mais similar atribui aquela classe; os outros dois divergem.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melhores matches de um ponto MapBiomas: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223760" cy="173736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828800"/>
                <a:gridCol w="21031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TARGET_FID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escalar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Tipologia_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(top-1)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PASTO PRODUTIVO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2º (top-2)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PASTO PRODUTIVO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3º (top-3)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PASTO COM ERVAS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2 dos 3 melhores matches concordam com a classe do top-1.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92440" y="16002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BF0DC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18105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4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class_embrapa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66760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 PRODUTIVO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66760" y="25420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Tipologia_2 = Tipologia_1?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2816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 →  +1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32004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Tipologia_3 = Tipologia_1?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66760" y="34747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 →  +0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66760" y="3913632"/>
            <a:ext cx="2971800" cy="0"/>
          </a:xfrm>
          <a:prstGeom prst="line">
            <a:avLst/>
          </a:prstGeom>
          <a:noFill/>
          <a:ln w="9525">
            <a:solidFill>
              <a:srgbClr val="EAD3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4069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md3 = 1 + 1 + 0 = 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36676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moderada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do md3 como indicador de confiança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120640" cy="2880360"/>
          </a:xfrm>
          <a:prstGeom prst="roundRect">
            <a:avLst>
              <a:gd name="adj" fmla="val 3810"/>
            </a:avLst>
          </a:prstGeom>
          <a:solidFill>
            <a:srgbClr val="3E7A40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1488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confiável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com md3 = 3 são mais indicados para treinamento ou validação do modelo.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2880360"/>
          </a:xfrm>
          <a:prstGeom prst="roundRect">
            <a:avLst>
              <a:gd name="adj" fmla="val 3810"/>
            </a:avLst>
          </a:prstGeom>
          <a:solidFill>
            <a:srgbClr val="8C4432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revisão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com md3 = 1 merecem maior cautela na interpretação da classe atribuída.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md3 funciona como um indicador de confiança na classificação atribuída por similaridade.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2026-07-30T04:41:49Z</dcterms:created>
  <dcterms:modified xsi:type="dcterms:W3CDTF">2026-07-30T04:41:49Z</dcterms:modified>
</cp:coreProperties>
</file>